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9818" autoAdjust="0"/>
  </p:normalViewPr>
  <p:slideViewPr>
    <p:cSldViewPr snapToGrid="0" snapToObjects="1">
      <p:cViewPr varScale="1">
        <p:scale>
          <a:sx n="110" d="100"/>
          <a:sy n="110" d="100"/>
        </p:scale>
        <p:origin x="77" y="168"/>
      </p:cViewPr>
      <p:guideLst>
        <p:guide orient="horz" pos="612"/>
        <p:guide orient="horz" pos="852"/>
        <p:guide pos="144"/>
      </p:guideLst>
    </p:cSldViewPr>
  </p:slideViewPr>
  <p:outlineViewPr>
    <p:cViewPr>
      <p:scale>
        <a:sx n="33" d="100"/>
        <a:sy n="33" d="100"/>
      </p:scale>
      <p:origin x="246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242356" y="2768041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IN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 THAGELA 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IN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30093@arsd.du.ac.in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IN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</a:t>
              </a:r>
              <a:r>
                <a:rPr lang="en-IN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maheshwari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0A0AFB0-97BC-AC42-AC2D-BE6A52EFE295}"/>
              </a:ext>
            </a:extLst>
          </p:cNvPr>
          <p:cNvSpPr txBox="1"/>
          <p:nvPr/>
        </p:nvSpPr>
        <p:spPr>
          <a:xfrm>
            <a:off x="106017" y="3206496"/>
            <a:ext cx="644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dirty="0"/>
              <a:t>Next Generation Sales Intelligence System 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0018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9" y="1159994"/>
            <a:ext cx="5674391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Font typeface="Arial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Multi channel data integrated into unified dashboard</a:t>
            </a:r>
          </a:p>
          <a:p>
            <a:pPr algn="just">
              <a:spcAft>
                <a:spcPts val="800"/>
              </a:spcAft>
              <a:buFont typeface="Arial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Azure deployment enabled scalable cloud based access</a:t>
            </a:r>
          </a:p>
          <a:p>
            <a:pPr algn="just">
              <a:spcAft>
                <a:spcPts val="800"/>
              </a:spcAft>
              <a:buFont typeface="Arial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Power BI provided interactive real time insights</a:t>
            </a:r>
          </a:p>
          <a:p>
            <a:pPr algn="just">
              <a:spcAft>
                <a:spcPts val="800"/>
              </a:spcAft>
              <a:buFont typeface="Arial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AI </a:t>
            </a:r>
            <a:r>
              <a:rPr lang="en-IN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chatbot</a:t>
            </a: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ranked products based profitability</a:t>
            </a:r>
          </a:p>
          <a:p>
            <a:pPr algn="just">
              <a:spcAft>
                <a:spcPts val="800"/>
              </a:spcAft>
              <a:buFont typeface="Arial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Predictive analytics improved demand forecasting accuracy</a:t>
            </a:r>
          </a:p>
          <a:p>
            <a:pPr algn="just">
              <a:spcAft>
                <a:spcPts val="800"/>
              </a:spcAft>
              <a:buFont typeface="Arial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Automated reports simplified leadership decision making process</a:t>
            </a:r>
            <a:endParaRPr lang="en-IN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644" y="434848"/>
            <a:ext cx="3172295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240" y="643889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8D591-3F2B-42FF-7311-11481519CBC5}"/>
              </a:ext>
            </a:extLst>
          </p:cNvPr>
          <p:cNvSpPr txBox="1"/>
          <p:nvPr/>
        </p:nvSpPr>
        <p:spPr>
          <a:xfrm>
            <a:off x="125240" y="916702"/>
            <a:ext cx="602376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IN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No idea which products were actually profitable 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Always running out of stock at the wrong time 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Customers were leaving and nobody noticed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Sales data was scattered everywhere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</a:t>
            </a:r>
            <a:r>
              <a:rPr lang="en-IN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website,physical</a:t>
            </a: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stores, mobile app, and partner </a:t>
            </a:r>
            <a:r>
              <a:rPr lang="en-IN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platofrms</a:t>
            </a: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all tracked data separately. 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Nobody had a single clear picture of what was working and what wasn’t.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809" y="725532"/>
            <a:ext cx="3843130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D143B-69F7-0BCB-9A98-75CA3CA8A671}"/>
              </a:ext>
            </a:extLst>
          </p:cNvPr>
          <p:cNvSpPr txBox="1"/>
          <p:nvPr/>
        </p:nvSpPr>
        <p:spPr>
          <a:xfrm>
            <a:off x="125486" y="1046013"/>
            <a:ext cx="60069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/>
              <a:t>AI </a:t>
            </a:r>
            <a:r>
              <a:rPr lang="en-US" b="1" dirty="0" err="1"/>
              <a:t>Chatbot</a:t>
            </a:r>
            <a:r>
              <a:rPr lang="en-US" b="1" dirty="0"/>
              <a:t> tool </a:t>
            </a:r>
            <a:r>
              <a:rPr lang="en-US" dirty="0"/>
              <a:t>with </a:t>
            </a:r>
            <a:r>
              <a:rPr lang="en-US" b="1" dirty="0"/>
              <a:t>API key </a:t>
            </a:r>
            <a:r>
              <a:rPr lang="en-US" dirty="0"/>
              <a:t>to rank products by real profit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Predict demand before it happens using </a:t>
            </a:r>
            <a:r>
              <a:rPr lang="en-US" b="1" dirty="0"/>
              <a:t>Microsoft</a:t>
            </a:r>
            <a:r>
              <a:rPr lang="en-US" dirty="0"/>
              <a:t> </a:t>
            </a:r>
            <a:r>
              <a:rPr lang="en-US" b="1" dirty="0" err="1"/>
              <a:t>PowerBI</a:t>
            </a:r>
            <a:r>
              <a:rPr lang="en-US" b="1" dirty="0"/>
              <a:t> dashboard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Flag customers before they leave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 One dashboard for everything connected all channels into one single system using </a:t>
            </a:r>
            <a:r>
              <a:rPr lang="en-US" b="1" dirty="0"/>
              <a:t>Azure Deployment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Weekly reports are now auto-generated in plain English so leadership can review performance in under a minute.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55975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1441D-459F-1B6E-CC66-03C9B9E91A16}"/>
              </a:ext>
            </a:extLst>
          </p:cNvPr>
          <p:cNvSpPr txBox="1"/>
          <p:nvPr/>
        </p:nvSpPr>
        <p:spPr>
          <a:xfrm>
            <a:off x="212548" y="1711979"/>
            <a:ext cx="4251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Data is collected from multiple sources like website, stores, &amp; mobile phones.</a:t>
            </a:r>
          </a:p>
          <a:p>
            <a:r>
              <a:rPr lang="en-IN" sz="1600" dirty="0"/>
              <a:t>It includes sales transactions, customer data and inventory records.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9F2ADB-F96C-8F04-0876-E6B91C0C82B9}"/>
              </a:ext>
            </a:extLst>
          </p:cNvPr>
          <p:cNvSpPr txBox="1"/>
          <p:nvPr/>
        </p:nvSpPr>
        <p:spPr>
          <a:xfrm>
            <a:off x="4670248" y="3427056"/>
            <a:ext cx="44737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Power BI dashboard displays real time insights and KPIs.</a:t>
            </a:r>
          </a:p>
          <a:p>
            <a:pPr algn="just"/>
            <a:r>
              <a:rPr lang="en-US" sz="1600" dirty="0"/>
              <a:t>Interactive visuals helps users explore trends &amp; performance.</a:t>
            </a:r>
          </a:p>
          <a:p>
            <a:pPr algn="just"/>
            <a:r>
              <a:rPr lang="en-US" sz="1600" dirty="0"/>
              <a:t>Automated reports simplify understanding for business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711979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Raw data is cleaned, structured, and transformed for analysis.</a:t>
            </a:r>
          </a:p>
          <a:p>
            <a:r>
              <a:rPr lang="en-IN" sz="1600" dirty="0"/>
              <a:t>Data from different platforms is integrated into one system. It ensures accuracy &amp; consistency of information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0350" y="355975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Used </a:t>
            </a:r>
            <a:r>
              <a:rPr lang="en-IN" sz="1600" b="1" dirty="0"/>
              <a:t>Microsoft azure </a:t>
            </a:r>
            <a:r>
              <a:rPr lang="en-IN" sz="1600" dirty="0"/>
              <a:t>for cloud hosting and APIs.</a:t>
            </a:r>
          </a:p>
          <a:p>
            <a:r>
              <a:rPr lang="en-IN" sz="1600" dirty="0"/>
              <a:t>Applied </a:t>
            </a:r>
            <a:r>
              <a:rPr lang="en-IN" sz="1600" b="1" dirty="0"/>
              <a:t>Microsoft power BI </a:t>
            </a:r>
            <a:r>
              <a:rPr lang="en-IN" sz="1600" dirty="0"/>
              <a:t>for predictive insights</a:t>
            </a:r>
          </a:p>
          <a:p>
            <a:r>
              <a:rPr lang="en-IN" sz="1600" dirty="0"/>
              <a:t>Deployed solution using </a:t>
            </a:r>
            <a:r>
              <a:rPr lang="en-IN" sz="1600" dirty="0" err="1"/>
              <a:t>github</a:t>
            </a:r>
            <a:r>
              <a:rPr lang="en-IN" sz="1600" dirty="0"/>
              <a:t> integration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</a:t>
            </a: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20806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r>
              <a:rPr lang="en-IN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- Dashboard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8074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80746" y="3031822"/>
            <a:ext cx="2900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20806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r>
              <a:rPr lang="en-IN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- </a:t>
            </a:r>
            <a:r>
              <a:rPr lang="en-IN" sz="1600" b="1" dirty="0" err="1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chatbot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18688" y="2196877"/>
            <a:ext cx="278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Demo 2- Dashboard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63056" y="2619542"/>
            <a:ext cx="2788920" cy="2232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4320" y="2619542"/>
            <a:ext cx="2788920" cy="2232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80746" y="2566209"/>
            <a:ext cx="2826862" cy="2286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67512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6042992" y="1084927"/>
            <a:ext cx="3260035" cy="31959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C7A276-2310-110B-0C67-4CC4A7761BF8}"/>
              </a:ext>
            </a:extLst>
          </p:cNvPr>
          <p:cNvSpPr txBox="1"/>
          <p:nvPr/>
        </p:nvSpPr>
        <p:spPr>
          <a:xfrm>
            <a:off x="265043" y="1002090"/>
            <a:ext cx="57779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Centralised dashboard improved business visibility significantly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Profit based product ranking enhanced revenue strategies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Predictive insights reduced inventory mismanagement issues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Customer churn tracking improved retention outcomes.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Automation reduced manual analysis and reporting time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Cloud </a:t>
            </a:r>
            <a:r>
              <a:rPr lang="en-IN" dirty="0" err="1"/>
              <a:t>deployement</a:t>
            </a:r>
            <a:r>
              <a:rPr lang="en-IN" dirty="0"/>
              <a:t> ensured scalability and </a:t>
            </a:r>
            <a:r>
              <a:rPr lang="en-IN" dirty="0" err="1"/>
              <a:t>relaibility</a:t>
            </a:r>
            <a:endParaRPr lang="en-IN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1C7A7D-8952-AE3B-8397-EFFBEB3BBCE6}"/>
              </a:ext>
            </a:extLst>
          </p:cNvPr>
          <p:cNvSpPr txBox="1"/>
          <p:nvPr/>
        </p:nvSpPr>
        <p:spPr>
          <a:xfrm>
            <a:off x="123247" y="1082104"/>
            <a:ext cx="533333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 Integrate  real time streaming data for updates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Apply advanced AI models for deeper insights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Expand </a:t>
            </a:r>
            <a:r>
              <a:rPr lang="en-IN" dirty="0" err="1"/>
              <a:t>chatbot</a:t>
            </a:r>
            <a:r>
              <a:rPr lang="en-IN" dirty="0"/>
              <a:t> with voice based interaction system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Implement personalised customer recommendation engine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Strengthen data security using Azure services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Enable cross region scaling for global operations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469</Words>
  <Application>Microsoft Office PowerPoint</Application>
  <PresentationFormat>On-screen Show (16:9)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Umamaheshwari R</cp:lastModifiedBy>
  <cp:revision>93</cp:revision>
  <dcterms:created xsi:type="dcterms:W3CDTF">2026-02-18T09:17:23Z</dcterms:created>
  <dcterms:modified xsi:type="dcterms:W3CDTF">2026-04-28T03:21:33Z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